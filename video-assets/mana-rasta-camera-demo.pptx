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28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EC99-E2DB-7A47-6F20-B075BB6AB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0D4A4-37FB-3EBA-2DFD-BF4D16AB1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C76A6-FC21-F86A-D660-9394F11D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B09C8-AD2B-46F9-1A00-51DEB180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566EA-FB78-F9BF-AEBC-D926EF76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8FBD-5F6D-4652-087D-47D55734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C216-DA28-36D2-7E75-92E2819EA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4CE7F-A5D3-52A0-B0A7-F7D26BD8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D8756-A4E0-C7D5-D835-A2B44940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953F7-59DB-8724-5D04-06D3F475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45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2340-FD2F-C6DF-0489-5280635D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82F56-DBA3-B307-3153-45C834D49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C2C62-176E-2D38-5A92-09CBF90A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B0D29-B6F7-ABEB-4AB9-67A2F04A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41A5-169A-EF8D-9A11-28C25FFB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6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B9DC-B4D7-E41D-1A88-24C51C31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29C5-EA9F-D3BF-390E-14437F3D8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2FA15-4DB6-CA5F-BC3A-D4E07AA98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E8824-0B3B-4CE4-E83C-24503163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AEDCC-A132-7C39-0C9E-103A4326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50483-EBAF-5C4C-4E00-5FBAB23D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02D3-5EB3-3D79-92B5-74C88EAD1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9F7EF-F367-1471-6B5A-1B3BF2A23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710CD-1BBD-97AF-35B5-20D34C3C4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CE3C0-49D0-F547-5D95-8AEDEC532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B2D3C5-4C6F-6F5D-400C-CD07CF83C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DA4C6-BD0A-BAAD-B83E-D52DF439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45ED8-73EB-68AB-A211-3A2730318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7333F-C5D4-ECA3-D7BB-7E4DBFD3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58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75DD-0A1D-FCD8-0E8B-16FEE1C9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2B44A-1EFE-B048-B923-16DEE48A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DF179-F768-D625-E28B-C305A730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DA1EB-526F-12BA-B4DD-40D10FB2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71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13F76-DBF8-C313-F354-FCA47746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AAE6D-D683-6054-8AD4-E81E93B4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39868-AAD2-6D19-67B2-EB4A8D6B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74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8155-DF27-8912-C6C4-9E2EFEBE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8A66C-124E-56C1-8EAD-E694CC2C9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B2AE9-E422-7BBF-C6BB-B0ED16036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152AB-5C03-05A7-E406-F107A784A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68C4C-A71A-C13E-927D-C37E6025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17CD5-BB8D-7B85-ECFC-FA5C29DA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0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8BB9-1EBC-3C1F-4A2A-010DA52F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C5C03-80BE-EA12-5F8E-AEDA29FCA1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EAE31-D7FC-DC74-79E0-0C897005C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6403F-D9CD-8D57-FBFE-E816F9CB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3E67E-1BC4-3211-148A-C8655E20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418E7-E356-F712-CF75-609618CB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68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1B750-70A2-8963-811A-866297D7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7EBB5-74F9-1609-CA57-68322B881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CD0F1-D060-9FD6-27D5-3C348569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E0F5B-7177-B5AD-6C0C-1B1D3D86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C0F1-B920-1A91-152E-B1F056B1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20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A9E07B-20E7-DABE-EB7D-C7EBCCA87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AC30F-B6A1-3E43-92F2-EEFB8BDAE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1FDC-32F2-4E53-CE9A-BFD2E890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D16E7-770C-9271-84D9-C8FFA76D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066C2-4B10-7866-3D9F-1A6EAB9C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21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C64DA-228F-434E-04F6-4C90CC1A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B02B6-EABB-2871-29F0-A2D65AD1A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E00E6-6FE3-6553-EC64-B068EF06C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5FBCA-D76A-4546-B42B-E03EFAB083A5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D1EC-0AD9-3C03-2321-B6CEFDC4D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68A13-18F2-455F-7450-1D791429F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D1785-4C52-4E70-8140-45A02ABA09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36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SIDS</dc:creator>
  <cp:lastModifiedBy>SIDS</cp:lastModifiedBy>
  <cp:revision>1</cp:revision>
  <dcterms:created xsi:type="dcterms:W3CDTF">2026-04-15T05:28:01Z</dcterms:created>
  <dcterms:modified xsi:type="dcterms:W3CDTF">2026-04-15T05:28:01Z</dcterms:modified>
</cp:coreProperties>
</file>